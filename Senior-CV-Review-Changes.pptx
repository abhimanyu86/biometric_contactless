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822960"/>
            <a:ext cx="2194560" cy="21945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371600"/>
            <a:ext cx="1097280" cy="10972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Fingerprint SDK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Changes: Enrollment, Multi-Capture &amp; Matching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UIDAI SITAA  |  SU-C1-2025-02  |  YellowSense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changes requested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senior CV review. More tasks will be added as they come 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copy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the entire project and do all changes there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6459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82880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12-char unique ID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0632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Alphanumeric ID assigned at enrollment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6459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82880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Multi-capture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0632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captures per finger, all stored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6459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182880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update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0632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extra templates; recalibrate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Working copy of the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baseline untouched so before/after can be measured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93392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D:\UIDAI to a new folder (e.g. UIDAI-v2), excluding .git, weights, __pycache__ and databases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git branch off the current one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ports and DB files so both versions run side by side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93392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matcher must stay reproducible (match_templates legacy=True)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uidai.db rows use the old schema: migrate a copy, never the original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gitignored model weights must be re-linked in the copy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Unique 12-character alphanumeric 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uid is a free-text field typed by the operator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93392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/enroll takes name, uid, batch from the form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format check; uid is not guaranteed unique per person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is only (uid, batch, finger_position)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93392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generates the ID: 12 chars, A-Z and 0-9, from a CSPRNG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check against the DB before commit; retry on clash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^[A-Z0-9]{12}$ wherever an ID is accepted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ID to the app and show it after enrollment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Multiple captures per finger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accepted capture, not just one template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1..N (quality-gated)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4630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508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per capture: YOLO, liveness, U2-Net, MinutiaeNet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508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template under the 12-char ID + finger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4630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508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against all stored templates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3931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capture_index to users; extend the unique index to include 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raw image path per capture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10896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63931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loop repeats N times per finger (N configurable)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shown: capture 2 of 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Matching algorithm updates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backend/matching.py stays the only matcher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93392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probe against every stored capture of a finger; fuse scores (max or mean of top-k)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consensus template built from the N captures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legacy=True path working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Specifics to be added after the senior 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93392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tests, especially test_separation_survives_partial_minutiae_overlap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FAR / FRR / EER with benchmark.py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the 0.25 MATCH_THRESH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above 85% accuracy over 20+ users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tracker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freely. Owners and dates to be filled in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Working copy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12-char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Multi-capture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Matching update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UIDAI Contactless Fingerprint - Review Changes</dc:title>
  <dc:subject>PptxGenJS Presentation</dc:subject>
  <dc:creator>PptxGenJS</dc:creator>
  <cp:lastModifiedBy>PptxGenJS</cp:lastModifiedBy>
  <cp:revision>1</cp:revision>
  <dcterms:created xsi:type="dcterms:W3CDTF">2026-10-12T09:21:12Z</dcterms:created>
  <dcterms:modified xsi:type="dcterms:W3CDTF">2026-10-12T09:21:12Z</dcterms:modified>
</cp:coreProperties>
</file>